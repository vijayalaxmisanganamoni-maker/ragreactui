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Application Architecture</a:t>
            </a:r>
          </a:p>
          <a:p>
            <a:pPr algn="ctr">
              <a:defRPr sz="2400">
                <a:solidFill>
                  <a:srgbClr val="EAF1F8"/>
                </a:solidFill>
              </a:defRPr>
            </a:pPr>
            <a:r>
              <a:t>Real World RAG System - Multi-Domain RAG on RAGBench</a:t>
            </a:r>
          </a:p>
          <a:p>
            <a:pPr algn="ctr">
              <a:defRPr sz="1800">
                <a:solidFill>
                  <a:srgbClr val="EAF1F8"/>
                </a:solidFill>
              </a:defRPr>
            </a:pPr>
            <a:r>
              <a:t>React UI  |  FastAPI  |  RAG Pipeline  |  ChromaDB  |  Groq LLM</a:t>
            </a:r>
          </a:p>
          <a:p>
            <a:pPr algn="ctr">
              <a:defRPr sz="1200">
                <a:solidFill>
                  <a:srgbClr val="EAF1F8"/>
                </a:solidFill>
              </a:defRPr>
            </a:pPr>
          </a:p>
          <a:p>
            <a:pPr algn="ctr">
              <a:defRPr sz="1800">
                <a:solidFill>
                  <a:srgbClr val="EAF1F8"/>
                </a:solidFill>
              </a:defRPr>
            </a:pPr>
            <a:r>
              <a:t>AIML - PGCP Capstone Project 2 (Batch 26)</a:t>
            </a:r>
          </a:p>
          <a:p>
            <a:pPr algn="ctr">
              <a:defRPr sz="1600">
                <a:solidFill>
                  <a:srgbClr val="EAF1F8"/>
                </a:solidFill>
              </a:defRPr>
            </a:pPr>
            <a:r>
              <a:t>Group &lt;No&gt; - &lt;Team member names&gt;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High-Level Architecture (3-Tier)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651760" cy="1005840"/>
          </a:xfrm>
          <a:prstGeom prst="roundRect">
            <a:avLst/>
          </a:prstGeom>
          <a:solidFill>
            <a:srgbClr val="C0392B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React UI (Vite)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chat, domain tabs,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sources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651760" cy="1005840"/>
          </a:xfrm>
          <a:prstGeom prst="roundRect">
            <a:avLst/>
          </a:prstGeom>
          <a:solidFill>
            <a:srgbClr val="D97B2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Streamlit UI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alternate front-end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2651760" cy="1005840"/>
          </a:xfrm>
          <a:prstGeom prst="roundRect">
            <a:avLst/>
          </a:prstGeom>
          <a:solidFill>
            <a:srgbClr val="55555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REST clients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Swagger /docs, scripts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2651760"/>
            <a:ext cx="2651760" cy="128016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 service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POST /ask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GET /health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serves React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651760"/>
            <a:ext cx="2194560" cy="1280160"/>
          </a:xfrm>
          <a:prstGeom prst="roundRect">
            <a:avLst/>
          </a:prstGeom>
          <a:solidFill>
            <a:srgbClr val="2E8B5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 Pipeline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classify, retrieve,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rerank, repack,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generate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737360"/>
            <a:ext cx="1828800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ChromaDB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5 domain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collections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~49k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3657600"/>
            <a:ext cx="1828800" cy="137160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LLM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Groq Llama-3.3-70B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fallback: flan-t5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2377440"/>
            <a:ext cx="73152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200400" y="3154679"/>
            <a:ext cx="73152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200400" y="4434840"/>
            <a:ext cx="73152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766560" y="3200400"/>
            <a:ext cx="45720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601200" y="2560320"/>
            <a:ext cx="4114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601200" y="3931920"/>
            <a:ext cx="411480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One uvicorn process serves both the API and the built React bundle. The Streamlit app calls the same pipeline in-process. Models (embedder, reranker, LLM client) are loaded once and shared across all five domains; only the ChromaDB collection differs per domain.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Online Request Flow (POST /ask)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005840"/>
            <a:ext cx="6675120" cy="621792"/>
          </a:xfrm>
          <a:prstGeom prst="roundRect">
            <a:avLst/>
          </a:prstGeom>
          <a:solidFill>
            <a:srgbClr val="C0392B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User asks a question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React UI sends {question, domain}</a:t>
            </a:r>
          </a:p>
        </p:txBody>
      </p:sp>
      <p:sp>
        <p:nvSpPr>
          <p:cNvPr id="4" name="Down Arrow 3"/>
          <p:cNvSpPr/>
          <p:nvPr/>
        </p:nvSpPr>
        <p:spPr>
          <a:xfrm>
            <a:off x="5980176" y="1645920"/>
            <a:ext cx="201168" cy="146304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801368"/>
            <a:ext cx="6675120" cy="621792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Query classification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small talk? -&gt; direct reply, skip retrieval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0176" y="2441448"/>
            <a:ext cx="201168" cy="146304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2596896"/>
            <a:ext cx="6675120" cy="621792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Dense retrieval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embed query (MiniLM) -&gt; top-20 from the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domain's ChromaDB collection (cosine)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0176" y="3236976"/>
            <a:ext cx="201168" cy="146304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3392424"/>
            <a:ext cx="6675120" cy="621792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Cross-encoder reranking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score all (question, chunk) pairs -&gt; keep top-5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0176" y="4032504"/>
            <a:ext cx="201168" cy="146304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4187952"/>
            <a:ext cx="6675120" cy="621792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Reverse repacking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most relevant chunk placed nearest the question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0176" y="4828032"/>
            <a:ext cx="201168" cy="146304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4983480"/>
            <a:ext cx="6675120" cy="621792"/>
          </a:xfrm>
          <a:prstGeom prst="roundRect">
            <a:avLst/>
          </a:prstGeom>
          <a:solidFill>
            <a:srgbClr val="2E8B5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Grounded generation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Groq Llama-3.3-70B, strict context-only prompt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0176" y="5623560"/>
            <a:ext cx="201168" cy="146304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5779008"/>
            <a:ext cx="6675120" cy="621792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7. Response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answer + cited chunks with scores + latency (~1s)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Offline Indexing Pipeline (scripts/build_index.py)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1691640" cy="1554480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RAGBench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(Hugging Face)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12 subsets,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5 domains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75688" y="2057400"/>
            <a:ext cx="256032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50008" y="1371600"/>
            <a:ext cx="1691640" cy="155448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Dedup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SHA-1 hash of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document text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59935" y="2057400"/>
            <a:ext cx="256032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4256" y="1371600"/>
            <a:ext cx="1691640" cy="155448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Chunking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recursive splitter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1,000 chars,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150 overlap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44184" y="2057400"/>
            <a:ext cx="256032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18504" y="1371600"/>
            <a:ext cx="1691640" cy="155448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 dedup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id = SHA-1 of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chunk text kills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boilerplate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28432" y="2057400"/>
            <a:ext cx="256032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02752" y="1371600"/>
            <a:ext cx="1691640" cy="1554480"/>
          </a:xfrm>
          <a:prstGeom prst="roundRect">
            <a:avLst/>
          </a:prstGeom>
          <a:solidFill>
            <a:srgbClr val="2E6FB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Embedding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all-MiniLM-L6-v2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normalized,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batched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012680" y="2057400"/>
            <a:ext cx="256032" cy="18288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87000" y="1371600"/>
            <a:ext cx="1691640" cy="1554480"/>
          </a:xfrm>
          <a:prstGeom prst="roundRect">
            <a:avLst/>
          </a:prstGeom>
          <a:solidFill>
            <a:srgbClr val="2E8B5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ChromaDB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per-domain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collection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(cosine HNSW)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383280"/>
          <a:ext cx="97840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1371600"/>
                <a:gridCol w="146304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Domain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Subsets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Chunks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customer_support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delucionqa, emanual, techqa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5,217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23,909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biomedical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covidqa, pubmedqa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1,605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1,614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general_knowledge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hotpotqa, msmarco, hagrid, expertqa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3,209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5,549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16,656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finqa, tatqa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1,604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2,498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Structure &amp; Responsibilities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src/config.py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Domains, subsets, models, chunking and retrieval parameters; .env loader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src/data_loader.py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Loads RAGBench subsets; dedups documents; yields eval examples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src/chunking.py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Recursive character splitting; text-hash chunk ids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src/vector_store.py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ChromaDB persistent client; batched embed + upsert; cosine query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src/retriever.py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Dense retrieval, cross-encoder rerank, reverse repacking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src/generator.py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Groq / local flan-t5 generation with grounding prompt + retry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src/pipeline.py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End-to-end orchestration incl. query classification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src/evaluation.py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TRACe-inspired metrics (hit rate, MRR, relevance, groundedness, ROUGE-L)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scripts/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build_index.py (offline indexing), run_eval.py (test-split evaluation)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app/api.py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FastAPI: /ask, /health, CORS, serves React build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app/streamlit_app.py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Streamlit chat UI (alternate front-end)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frontend/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React 18 + Vite SPA: tabs, sidebar suggestions, sources, dark theme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Design (FastAPI)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F3A5F"/>
                </a:solidFill>
              </a:defRPr>
            </a:pPr>
            <a:r>
              <a:t>POST /ask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Request: {"question": str, "domain": "customer_support" | "biomedical" | "general_knowledge" | "legal" | "finance", "top_n": 1-20, "rerank": bool}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Response: {"answer": str, "query_type": "retrieval" | "smalltalk", "contexts": [{text, source, retrieval_score, rerank_score}], "latency_s": float}</a:t>
            </a:r>
          </a:p>
          <a:p>
            <a:pPr>
              <a:spcAft>
                <a:spcPts val="600"/>
              </a:spcAft>
              <a:defRPr sz="1700" b="1">
                <a:solidFill>
                  <a:srgbClr val="1F3A5F"/>
                </a:solidFill>
              </a:defRPr>
            </a:pPr>
            <a:r>
              <a:t>GET /health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Index chunk counts for every domain + active LLM provider - used by the React header badge.</a:t>
            </a:r>
          </a:p>
          <a:p>
            <a:pPr>
              <a:spcAft>
                <a:spcPts val="600"/>
              </a:spcAft>
              <a:defRPr sz="1700" b="1">
                <a:solidFill>
                  <a:srgbClr val="1F3A5F"/>
                </a:solidFill>
              </a:defRPr>
            </a:pPr>
            <a:r>
              <a:t>GET /docs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Auto-generated Swagger UI for live demos and manual testing.</a:t>
            </a:r>
          </a:p>
          <a:p>
            <a:pPr>
              <a:spcAft>
                <a:spcPts val="600"/>
              </a:spcAft>
              <a:defRPr sz="1700" b="1">
                <a:solidFill>
                  <a:srgbClr val="1F3A5F"/>
                </a:solidFill>
              </a:defRPr>
            </a:pPr>
            <a:r>
              <a:t>Design choices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Pydantic validation (domain whitelist via regex, top_n bounds) guards input.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Pipelines are lazily created and cached per domain; heavy models are shared.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CORS restricted to the Vite dev origin; production UI is same-origin.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Front-End Architecture (React 18 + Vite)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Single-page app, no UI framework - hand-rolled CSS, dark theme with red accent.</a:t>
            </a:r>
          </a:p>
          <a:p>
            <a:pPr>
              <a:spcAft>
                <a:spcPts val="600"/>
              </a:spcAft>
              <a:defRPr sz="1700" b="1">
                <a:solidFill>
                  <a:srgbClr val="1F3A5F"/>
                </a:solidFill>
              </a:defRPr>
            </a:pPr>
            <a:r>
              <a:t>State model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activeDomain + per-domain message histories kept in React state - switching tabs never loses a conversation.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Health info fetched once on mount; suggestions are static per domain.</a:t>
            </a:r>
          </a:p>
          <a:p>
            <a:pPr>
              <a:spcAft>
                <a:spcPts val="600"/>
              </a:spcAft>
              <a:defRPr sz="1700" b="1">
                <a:solidFill>
                  <a:srgbClr val="1F3A5F"/>
                </a:solidFill>
              </a:defRPr>
            </a:pPr>
            <a:r>
              <a:t>Components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App (layout, tabs, chat loop), Sources (collapsible cited passages with retrieval + rerank scores).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Layout: header with tab-style domain switcher, left sidebar with suggested questions, chat column with input bar.</a:t>
            </a:r>
          </a:p>
          <a:p>
            <a:pPr>
              <a:spcAft>
                <a:spcPts val="600"/>
              </a:spcAft>
              <a:defRPr sz="1700" b="1">
                <a:solidFill>
                  <a:srgbClr val="1F3A5F"/>
                </a:solidFill>
              </a:defRPr>
            </a:pPr>
            <a:r>
              <a:t>Build &amp; serving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npm run dev -&gt; Vite dev server on :5173 with /ask proxied to :8000.</a:t>
            </a:r>
          </a:p>
          <a:p>
            <a:pPr lvl="1">
              <a:spcAft>
                <a:spcPts val="600"/>
              </a:spcAft>
              <a:defRPr sz="1500" b="0">
                <a:solidFill>
                  <a:srgbClr val="222222"/>
                </a:solidFill>
              </a:defRPr>
            </a:pPr>
            <a:r>
              <a:t>npm run build -&gt; static bundle (~48 kB gzipped) served by FastAPI at /.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Deployment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94960" cy="731520"/>
          </a:xfrm>
          <a:prstGeom prst="roundRect">
            <a:avLst/>
          </a:prstGeom>
          <a:solidFill>
            <a:srgbClr val="2E8B5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Local / demo (current)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uvicorn app.api:app --port 8000  -&gt;  React UI + API on one port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streamlit run app/streamlit_app.py  -&gt;  alternate UI on :8501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Secrets in .env (git-ignored); GROQ_API_KEY also set as user env var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Index persisted on disk in chroma_db/ - rebuildable from the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394960" cy="731520"/>
          </a:xfrm>
          <a:prstGeom prst="roundRect">
            <a:avLst/>
          </a:prstGeom>
          <a:solidFill>
            <a:srgbClr val="D97B2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Cloud path (future 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0312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Dockerfile: python base image + pip install + npm build stage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Google Cloud Run / Heroku for the FastAPI container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Managed vector DB or persistent volume for chroma_db/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Secrets via platform secret manager; HTTPS + auth middleware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Design Decisions &amp; Rationale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515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22376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Cross-encoder rerank after dense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Joint (question, chunk) scoring is far more accurate than embedding similarity; cheap for 20 candidates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Reverse repacking of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LLMs weight recent tokens more - best chunk sits closest to the question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Strict grounding prompt + refusal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System answers 'not found' instead of hallucinating when the corpus lacks evidence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Chunk ids = text hashes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Identical boilerplate across documents collapses to one vector entry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One collection per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Isolates corpora, keeps retrieval focused, enables per-domain evaluation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Provider auto-detect (Groq -&gt; 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Works offline with flan-t5-base; upgrades itself when an API key exists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Same-origin serving of the React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No CORS in production, one process to deploy, one port to expose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